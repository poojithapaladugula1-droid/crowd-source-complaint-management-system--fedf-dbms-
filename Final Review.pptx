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61" r:id="rId6"/>
    <p:sldId id="266" r:id="rId7"/>
    <p:sldId id="271" r:id="rId8"/>
    <p:sldId id="269" r:id="rId9"/>
    <p:sldId id="272" r:id="rId10"/>
    <p:sldId id="273" r:id="rId11"/>
    <p:sldId id="274" r:id="rId12"/>
    <p:sldId id="275" r:id="rId13"/>
    <p:sldId id="270" r:id="rId14"/>
    <p:sldId id="267" r:id="rId15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DE81C1-C7A0-417F-9A21-AD5504C7C2BD}" v="21" dt="2025-11-06T06:42:14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6" autoAdjust="0"/>
    <p:restoredTop sz="94660"/>
  </p:normalViewPr>
  <p:slideViewPr>
    <p:cSldViewPr snapToGrid="0">
      <p:cViewPr>
        <p:scale>
          <a:sx n="71" d="100"/>
          <a:sy n="71" d="100"/>
        </p:scale>
        <p:origin x="-752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stuamrutha@outlook.com" userId="f5604e6064299ab0" providerId="LiveId" clId="{89F2B843-02F5-46B4-A16F-498D32EC128C}"/>
    <pc:docChg chg="undo custSel addSld modSld sldOrd">
      <pc:chgData name="sistuamrutha@outlook.com" userId="f5604e6064299ab0" providerId="LiveId" clId="{89F2B843-02F5-46B4-A16F-498D32EC128C}" dt="2025-11-06T06:42:23.692" v="200" actId="255"/>
      <pc:docMkLst>
        <pc:docMk/>
      </pc:docMkLst>
      <pc:sldChg chg="modSp mod">
        <pc:chgData name="sistuamrutha@outlook.com" userId="f5604e6064299ab0" providerId="LiveId" clId="{89F2B843-02F5-46B4-A16F-498D32EC128C}" dt="2025-11-04T07:36:34.172" v="24" actId="27636"/>
        <pc:sldMkLst>
          <pc:docMk/>
          <pc:sldMk cId="0" sldId="261"/>
        </pc:sldMkLst>
        <pc:spChg chg="mod">
          <ac:chgData name="sistuamrutha@outlook.com" userId="f5604e6064299ab0" providerId="LiveId" clId="{89F2B843-02F5-46B4-A16F-498D32EC128C}" dt="2025-11-04T07:36:34.172" v="24" actId="27636"/>
          <ac:spMkLst>
            <pc:docMk/>
            <pc:sldMk cId="0" sldId="261"/>
            <ac:spMk id="53" creationId="{00000000-0000-0000-0000-000000000000}"/>
          </ac:spMkLst>
        </pc:spChg>
      </pc:sldChg>
      <pc:sldChg chg="modSp mod">
        <pc:chgData name="sistuamrutha@outlook.com" userId="f5604e6064299ab0" providerId="LiveId" clId="{89F2B843-02F5-46B4-A16F-498D32EC128C}" dt="2025-11-04T07:59:58.890" v="170" actId="255"/>
        <pc:sldMkLst>
          <pc:docMk/>
          <pc:sldMk cId="3374729086" sldId="267"/>
        </pc:sldMkLst>
        <pc:spChg chg="mod">
          <ac:chgData name="sistuamrutha@outlook.com" userId="f5604e6064299ab0" providerId="LiveId" clId="{89F2B843-02F5-46B4-A16F-498D32EC128C}" dt="2025-11-04T07:59:58.890" v="170" actId="255"/>
          <ac:spMkLst>
            <pc:docMk/>
            <pc:sldMk cId="3374729086" sldId="267"/>
            <ac:spMk id="53" creationId="{00000000-0000-0000-0000-000000000000}"/>
          </ac:spMkLst>
        </pc:spChg>
      </pc:sldChg>
      <pc:sldChg chg="addSp modSp mod ord">
        <pc:chgData name="sistuamrutha@outlook.com" userId="f5604e6064299ab0" providerId="LiveId" clId="{89F2B843-02F5-46B4-A16F-498D32EC128C}" dt="2025-11-04T07:44:52.675" v="78" actId="732"/>
        <pc:sldMkLst>
          <pc:docMk/>
          <pc:sldMk cId="3483667975" sldId="269"/>
        </pc:sldMkLst>
        <pc:spChg chg="add mod">
          <ac:chgData name="sistuamrutha@outlook.com" userId="f5604e6064299ab0" providerId="LiveId" clId="{89F2B843-02F5-46B4-A16F-498D32EC128C}" dt="2025-11-04T07:40:17.708" v="53" actId="20577"/>
          <ac:spMkLst>
            <pc:docMk/>
            <pc:sldMk cId="3483667975" sldId="269"/>
            <ac:spMk id="2" creationId="{AFEA32ED-8CB6-B6E4-9E8D-18072574AE78}"/>
          </ac:spMkLst>
        </pc:spChg>
        <pc:spChg chg="add mod">
          <ac:chgData name="sistuamrutha@outlook.com" userId="f5604e6064299ab0" providerId="LiveId" clId="{89F2B843-02F5-46B4-A16F-498D32EC128C}" dt="2025-11-04T07:43:51.892" v="67" actId="20577"/>
          <ac:spMkLst>
            <pc:docMk/>
            <pc:sldMk cId="3483667975" sldId="269"/>
            <ac:spMk id="5" creationId="{87B532EE-F158-2AA2-90CE-F76D43E5E7F7}"/>
          </ac:spMkLst>
        </pc:spChg>
        <pc:picChg chg="add mod modCrop">
          <ac:chgData name="sistuamrutha@outlook.com" userId="f5604e6064299ab0" providerId="LiveId" clId="{89F2B843-02F5-46B4-A16F-498D32EC128C}" dt="2025-11-04T07:42:39.214" v="61" actId="732"/>
          <ac:picMkLst>
            <pc:docMk/>
            <pc:sldMk cId="3483667975" sldId="269"/>
            <ac:picMk id="4" creationId="{DDC94CE5-6CC7-7EF0-FD09-8A7894260CB1}"/>
          </ac:picMkLst>
        </pc:picChg>
        <pc:picChg chg="add mod modCrop">
          <ac:chgData name="sistuamrutha@outlook.com" userId="f5604e6064299ab0" providerId="LiveId" clId="{89F2B843-02F5-46B4-A16F-498D32EC128C}" dt="2025-11-04T07:44:52.675" v="78" actId="732"/>
          <ac:picMkLst>
            <pc:docMk/>
            <pc:sldMk cId="3483667975" sldId="269"/>
            <ac:picMk id="7" creationId="{61557005-1B65-C90B-B1D0-5C1F0605E12F}"/>
          </ac:picMkLst>
        </pc:picChg>
      </pc:sldChg>
      <pc:sldChg chg="modSp mod">
        <pc:chgData name="sistuamrutha@outlook.com" userId="f5604e6064299ab0" providerId="LiveId" clId="{89F2B843-02F5-46B4-A16F-498D32EC128C}" dt="2025-11-06T06:42:23.692" v="200" actId="255"/>
        <pc:sldMkLst>
          <pc:docMk/>
          <pc:sldMk cId="2588745142" sldId="270"/>
        </pc:sldMkLst>
        <pc:spChg chg="mod">
          <ac:chgData name="sistuamrutha@outlook.com" userId="f5604e6064299ab0" providerId="LiveId" clId="{89F2B843-02F5-46B4-A16F-498D32EC128C}" dt="2025-11-06T06:42:23.692" v="200" actId="255"/>
          <ac:spMkLst>
            <pc:docMk/>
            <pc:sldMk cId="2588745142" sldId="270"/>
            <ac:spMk id="3" creationId="{00000000-0000-0000-0000-000000000000}"/>
          </ac:spMkLst>
        </pc:spChg>
      </pc:sldChg>
      <pc:sldChg chg="addSp modSp mod">
        <pc:chgData name="sistuamrutha@outlook.com" userId="f5604e6064299ab0" providerId="LiveId" clId="{89F2B843-02F5-46B4-A16F-498D32EC128C}" dt="2025-11-04T07:39:54.573" v="49" actId="1076"/>
        <pc:sldMkLst>
          <pc:docMk/>
          <pc:sldMk cId="1331501059" sldId="271"/>
        </pc:sldMkLst>
        <pc:spChg chg="mod">
          <ac:chgData name="sistuamrutha@outlook.com" userId="f5604e6064299ab0" providerId="LiveId" clId="{89F2B843-02F5-46B4-A16F-498D32EC128C}" dt="2025-11-04T07:39:34.621" v="46" actId="1076"/>
          <ac:spMkLst>
            <pc:docMk/>
            <pc:sldMk cId="1331501059" sldId="271"/>
            <ac:spMk id="2" creationId="{00000000-0000-0000-0000-000000000000}"/>
          </ac:spMkLst>
        </pc:spChg>
        <pc:spChg chg="mod">
          <ac:chgData name="sistuamrutha@outlook.com" userId="f5604e6064299ab0" providerId="LiveId" clId="{89F2B843-02F5-46B4-A16F-498D32EC128C}" dt="2025-11-04T07:39:54.573" v="49" actId="1076"/>
          <ac:spMkLst>
            <pc:docMk/>
            <pc:sldMk cId="1331501059" sldId="271"/>
            <ac:spMk id="52" creationId="{00000000-0000-0000-0000-000000000000}"/>
          </ac:spMkLst>
        </pc:spChg>
        <pc:picChg chg="add mod modCrop">
          <ac:chgData name="sistuamrutha@outlook.com" userId="f5604e6064299ab0" providerId="LiveId" clId="{89F2B843-02F5-46B4-A16F-498D32EC128C}" dt="2025-11-04T07:38:37.630" v="36" actId="1076"/>
          <ac:picMkLst>
            <pc:docMk/>
            <pc:sldMk cId="1331501059" sldId="271"/>
            <ac:picMk id="4" creationId="{12C991D7-E168-DD49-28BE-492AE50E2121}"/>
          </ac:picMkLst>
        </pc:picChg>
      </pc:sldChg>
      <pc:sldChg chg="addSp delSp modSp new mod">
        <pc:chgData name="sistuamrutha@outlook.com" userId="f5604e6064299ab0" providerId="LiveId" clId="{89F2B843-02F5-46B4-A16F-498D32EC128C}" dt="2025-11-04T07:49:03.252" v="104" actId="20577"/>
        <pc:sldMkLst>
          <pc:docMk/>
          <pc:sldMk cId="2351336037" sldId="272"/>
        </pc:sldMkLst>
        <pc:spChg chg="add mod">
          <ac:chgData name="sistuamrutha@outlook.com" userId="f5604e6064299ab0" providerId="LiveId" clId="{89F2B843-02F5-46B4-A16F-498D32EC128C}" dt="2025-11-04T07:47:44.234" v="95" actId="1076"/>
          <ac:spMkLst>
            <pc:docMk/>
            <pc:sldMk cId="2351336037" sldId="272"/>
            <ac:spMk id="4" creationId="{AD81A593-7D86-F0AA-764D-7D7416BC99C5}"/>
          </ac:spMkLst>
        </pc:spChg>
        <pc:spChg chg="add mod">
          <ac:chgData name="sistuamrutha@outlook.com" userId="f5604e6064299ab0" providerId="LiveId" clId="{89F2B843-02F5-46B4-A16F-498D32EC128C}" dt="2025-11-04T07:49:03.252" v="104" actId="20577"/>
          <ac:spMkLst>
            <pc:docMk/>
            <pc:sldMk cId="2351336037" sldId="272"/>
            <ac:spMk id="7" creationId="{A0426196-E674-D5D2-6C83-243F7253ABC7}"/>
          </ac:spMkLst>
        </pc:spChg>
        <pc:picChg chg="add mod modCrop">
          <ac:chgData name="sistuamrutha@outlook.com" userId="f5604e6064299ab0" providerId="LiveId" clId="{89F2B843-02F5-46B4-A16F-498D32EC128C}" dt="2025-11-04T07:47:35.564" v="94" actId="1076"/>
          <ac:picMkLst>
            <pc:docMk/>
            <pc:sldMk cId="2351336037" sldId="272"/>
            <ac:picMk id="6" creationId="{E69CCA5D-9BD6-8937-0703-ED6C9BF7A433}"/>
          </ac:picMkLst>
        </pc:picChg>
        <pc:picChg chg="add mod modCrop">
          <ac:chgData name="sistuamrutha@outlook.com" userId="f5604e6064299ab0" providerId="LiveId" clId="{89F2B843-02F5-46B4-A16F-498D32EC128C}" dt="2025-11-04T07:48:51.887" v="102" actId="732"/>
          <ac:picMkLst>
            <pc:docMk/>
            <pc:sldMk cId="2351336037" sldId="272"/>
            <ac:picMk id="9" creationId="{0AC96F07-B469-1558-127F-6F45FF2E5808}"/>
          </ac:picMkLst>
        </pc:picChg>
      </pc:sldChg>
      <pc:sldChg chg="addSp delSp modSp new mod">
        <pc:chgData name="sistuamrutha@outlook.com" userId="f5604e6064299ab0" providerId="LiveId" clId="{89F2B843-02F5-46B4-A16F-498D32EC128C}" dt="2025-11-04T07:53:28.609" v="127" actId="732"/>
        <pc:sldMkLst>
          <pc:docMk/>
          <pc:sldMk cId="4092972277" sldId="273"/>
        </pc:sldMkLst>
        <pc:spChg chg="add mod">
          <ac:chgData name="sistuamrutha@outlook.com" userId="f5604e6064299ab0" providerId="LiveId" clId="{89F2B843-02F5-46B4-A16F-498D32EC128C}" dt="2025-11-04T07:50:13.097" v="110" actId="20577"/>
          <ac:spMkLst>
            <pc:docMk/>
            <pc:sldMk cId="4092972277" sldId="273"/>
            <ac:spMk id="4" creationId="{238040D7-A45A-359C-D8CF-6B9E1E7267EF}"/>
          </ac:spMkLst>
        </pc:spChg>
        <pc:spChg chg="add mod">
          <ac:chgData name="sistuamrutha@outlook.com" userId="f5604e6064299ab0" providerId="LiveId" clId="{89F2B843-02F5-46B4-A16F-498D32EC128C}" dt="2025-11-04T07:51:23.748" v="120" actId="20577"/>
          <ac:spMkLst>
            <pc:docMk/>
            <pc:sldMk cId="4092972277" sldId="273"/>
            <ac:spMk id="7" creationId="{27D91A7D-9779-3AE7-2E0F-E210890529A1}"/>
          </ac:spMkLst>
        </pc:spChg>
        <pc:picChg chg="add mod modCrop">
          <ac:chgData name="sistuamrutha@outlook.com" userId="f5604e6064299ab0" providerId="LiveId" clId="{89F2B843-02F5-46B4-A16F-498D32EC128C}" dt="2025-11-04T07:50:49.949" v="116" actId="732"/>
          <ac:picMkLst>
            <pc:docMk/>
            <pc:sldMk cId="4092972277" sldId="273"/>
            <ac:picMk id="6" creationId="{60AB6700-CD08-B0A8-BE98-D624D0C81006}"/>
          </ac:picMkLst>
        </pc:picChg>
        <pc:picChg chg="add mod modCrop">
          <ac:chgData name="sistuamrutha@outlook.com" userId="f5604e6064299ab0" providerId="LiveId" clId="{89F2B843-02F5-46B4-A16F-498D32EC128C}" dt="2025-11-04T07:53:28.609" v="127" actId="732"/>
          <ac:picMkLst>
            <pc:docMk/>
            <pc:sldMk cId="4092972277" sldId="273"/>
            <ac:picMk id="9" creationId="{AC590CD5-D4E5-6D9B-0887-D6BB5A103F0C}"/>
          </ac:picMkLst>
        </pc:picChg>
      </pc:sldChg>
      <pc:sldChg chg="addSp delSp modSp new mod">
        <pc:chgData name="sistuamrutha@outlook.com" userId="f5604e6064299ab0" providerId="LiveId" clId="{89F2B843-02F5-46B4-A16F-498D32EC128C}" dt="2025-11-04T07:56:21.451" v="157" actId="14100"/>
        <pc:sldMkLst>
          <pc:docMk/>
          <pc:sldMk cId="508381385" sldId="274"/>
        </pc:sldMkLst>
        <pc:spChg chg="add mod">
          <ac:chgData name="sistuamrutha@outlook.com" userId="f5604e6064299ab0" providerId="LiveId" clId="{89F2B843-02F5-46B4-A16F-498D32EC128C}" dt="2025-11-04T07:54:00.775" v="137" actId="404"/>
          <ac:spMkLst>
            <pc:docMk/>
            <pc:sldMk cId="508381385" sldId="274"/>
            <ac:spMk id="4" creationId="{7E11E4E2-2BE4-C741-3574-005B229654DA}"/>
          </ac:spMkLst>
        </pc:spChg>
        <pc:spChg chg="add del mod">
          <ac:chgData name="sistuamrutha@outlook.com" userId="f5604e6064299ab0" providerId="LiveId" clId="{89F2B843-02F5-46B4-A16F-498D32EC128C}" dt="2025-11-04T07:55:20.438" v="149" actId="1076"/>
          <ac:spMkLst>
            <pc:docMk/>
            <pc:sldMk cId="508381385" sldId="274"/>
            <ac:spMk id="7" creationId="{7C280E8D-0783-3B06-E07F-798548D156D0}"/>
          </ac:spMkLst>
        </pc:spChg>
        <pc:picChg chg="add mod">
          <ac:chgData name="sistuamrutha@outlook.com" userId="f5604e6064299ab0" providerId="LiveId" clId="{89F2B843-02F5-46B4-A16F-498D32EC128C}" dt="2025-11-04T07:54:50.397" v="141" actId="14100"/>
          <ac:picMkLst>
            <pc:docMk/>
            <pc:sldMk cId="508381385" sldId="274"/>
            <ac:picMk id="6" creationId="{5880C71D-8394-67BC-E9C4-835FCE96DC21}"/>
          </ac:picMkLst>
        </pc:picChg>
        <pc:picChg chg="add mod">
          <ac:chgData name="sistuamrutha@outlook.com" userId="f5604e6064299ab0" providerId="LiveId" clId="{89F2B843-02F5-46B4-A16F-498D32EC128C}" dt="2025-11-04T07:56:21.451" v="157" actId="14100"/>
          <ac:picMkLst>
            <pc:docMk/>
            <pc:sldMk cId="508381385" sldId="274"/>
            <ac:picMk id="9" creationId="{AA107EAD-1A43-98A8-12DF-8F4BA7022398}"/>
          </ac:picMkLst>
        </pc:picChg>
      </pc:sldChg>
      <pc:sldChg chg="addSp delSp modSp new mod">
        <pc:chgData name="sistuamrutha@outlook.com" userId="f5604e6064299ab0" providerId="LiveId" clId="{89F2B843-02F5-46B4-A16F-498D32EC128C}" dt="2025-11-04T07:58:24.074" v="167" actId="1076"/>
        <pc:sldMkLst>
          <pc:docMk/>
          <pc:sldMk cId="57017648" sldId="275"/>
        </pc:sldMkLst>
        <pc:spChg chg="add mod">
          <ac:chgData name="sistuamrutha@outlook.com" userId="f5604e6064299ab0" providerId="LiveId" clId="{89F2B843-02F5-46B4-A16F-498D32EC128C}" dt="2025-11-04T07:58:24.074" v="167" actId="1076"/>
          <ac:spMkLst>
            <pc:docMk/>
            <pc:sldMk cId="57017648" sldId="275"/>
            <ac:spMk id="5" creationId="{BAE782F4-113E-D4F6-730D-802939F47730}"/>
          </ac:spMkLst>
        </pc:spChg>
        <pc:picChg chg="add mod">
          <ac:chgData name="sistuamrutha@outlook.com" userId="f5604e6064299ab0" providerId="LiveId" clId="{89F2B843-02F5-46B4-A16F-498D32EC128C}" dt="2025-11-04T07:58:19.782" v="166"/>
          <ac:picMkLst>
            <pc:docMk/>
            <pc:sldMk cId="57017648" sldId="275"/>
            <ac:picMk id="7" creationId="{0C2CB009-9400-F94F-10C8-B92AF01DAED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6DE0ACA-03BC-46D6-9D4D-3FE672280FD2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B932CF5-990D-4109-834E-B5F479C67FEC}" type="slidenum"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111CD9-D0AF-457D-9A4F-98FC04BC9A3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F803718-B8BF-497F-A984-712BA1ED5D2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C4CC7DF-1A0F-4CAC-8445-C88DCF9CF90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FF3E4A3-4C94-4785-A0E6-29AA5BBC5DE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1731DF4-7314-4F43-ADF2-78EF8CAAEF2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1AC3676-484E-4704-B7A7-7DB709AE210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CAE218-CAC7-47E3-A7FE-2C38C494088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2D5E523-FFA3-4105-8C15-30B5DC71F893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5DD45FD-2B75-46F3-8500-1CA3B0C5D658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2FD64C0-15F1-471C-9E50-9DE70748CF5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6"/>
          <p:cNvSpPr/>
          <p:nvPr/>
        </p:nvSpPr>
        <p:spPr>
          <a:xfrm>
            <a:off x="9867960" y="365040"/>
            <a:ext cx="2323440" cy="729360"/>
          </a:xfrm>
          <a:prstGeom prst="roundRect">
            <a:avLst>
              <a:gd name="adj" fmla="val 16667"/>
            </a:avLst>
          </a:prstGeom>
          <a:blipFill rotWithShape="0">
            <a:blip r:embed="rId14"/>
            <a:srcRect/>
            <a:stretch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/>
          </p:nvPr>
        </p:nvSpPr>
        <p:spPr>
          <a:xfrm>
            <a:off x="600" y="1538640"/>
            <a:ext cx="12191400" cy="531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10000"/>
          </a:bodyPr>
          <a:lstStyle/>
          <a:p>
            <a:pPr marL="246960" indent="0" algn="ctr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pc="-1" dirty="0">
                <a:solidFill>
                  <a:srgbClr val="333333"/>
                </a:solidFill>
                <a:latin typeface="Times New Roman"/>
              </a:rPr>
              <a:t>Amrutha-2410030278</a:t>
            </a: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333333"/>
                </a:solidFill>
                <a:latin typeface="Times New Roman"/>
              </a:rPr>
              <a:t>Lakshmi Sree-2410030279</a:t>
            </a: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pc="-1" dirty="0">
                <a:solidFill>
                  <a:srgbClr val="333333"/>
                </a:solidFill>
                <a:latin typeface="Times New Roman"/>
              </a:rPr>
              <a:t>Jyoshna Sree-2410030374</a:t>
            </a: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trike="noStrike" spc="-1" dirty="0">
                <a:solidFill>
                  <a:srgbClr val="333333"/>
                </a:solidFill>
                <a:latin typeface="Times New Roman"/>
              </a:rPr>
              <a:t>Poojitha-2410030453</a:t>
            </a:r>
            <a:endParaRPr lang="en-IN" sz="1800" b="1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just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Under the Guidance of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pc="-1" dirty="0" smtClean="0">
                <a:solidFill>
                  <a:srgbClr val="333333"/>
                </a:solidFill>
                <a:latin typeface="Times New Roman"/>
              </a:rPr>
              <a:t>Mr.Chiranjeevi, </a:t>
            </a: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pc="-1" dirty="0" smtClean="0">
                <a:solidFill>
                  <a:srgbClr val="333333"/>
                </a:solidFill>
                <a:latin typeface="Times New Roman"/>
              </a:rPr>
              <a:t>Mr.</a:t>
            </a:r>
            <a:r>
              <a:rPr lang="en-US" sz="1800" b="1" spc="-1" dirty="0" smtClean="0">
                <a:solidFill>
                  <a:srgbClr val="333333"/>
                </a:solidFill>
                <a:latin typeface="Times New Roman"/>
              </a:rPr>
              <a:t>Aftab Yaseen</a:t>
            </a:r>
            <a:endParaRPr lang="en-US" sz="1800" b="1" spc="-1" dirty="0" smtClean="0">
              <a:solidFill>
                <a:srgbClr val="333333"/>
              </a:solidFill>
              <a:latin typeface="Times New Roman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1" spc="-1" dirty="0" smtClean="0">
                <a:solidFill>
                  <a:srgbClr val="333333"/>
                </a:solidFill>
                <a:latin typeface="Times New Roman"/>
              </a:rPr>
              <a:t>Course </a:t>
            </a:r>
            <a:r>
              <a:rPr lang="en-US" sz="1800" b="1" spc="-1" dirty="0">
                <a:solidFill>
                  <a:srgbClr val="333333"/>
                </a:solidFill>
                <a:latin typeface="Times New Roman"/>
              </a:rPr>
              <a:t>Instructor</a:t>
            </a:r>
            <a:endParaRPr lang="en-IN" sz="1800" b="1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333333"/>
                </a:solidFill>
                <a:latin typeface="inter-regular"/>
              </a:rPr>
              <a:t>Computer Science and Engineering Department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333333"/>
                </a:solidFill>
                <a:latin typeface="inter-regular"/>
              </a:rPr>
              <a:t>KL Hyderabad Off Campus, Aziz Nagar ,Hyderabad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0" y="317500"/>
            <a:ext cx="12191400" cy="168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sz="4000" dirty="0"/>
              <a:t/>
            </a:r>
            <a:br>
              <a:rPr sz="4000" dirty="0"/>
            </a:br>
            <a:r>
              <a:rPr lang="en-US" sz="4000" b="1" dirty="0">
                <a:latin typeface="Arial Narrow" pitchFamily="34" charset="0"/>
              </a:rPr>
              <a:t>Crowd Source Complaint Management System</a:t>
            </a:r>
            <a:endParaRPr lang="en-IN" sz="4000" b="1" strike="noStrike" spc="-1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17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Overview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Introduction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Objectives of the Project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Tools we used in our implementation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Screenshots of the Project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Project links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Conclusion</a:t>
            </a:r>
            <a:endParaRPr lang="en-US" sz="24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800" b="1" strike="noStrike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48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26320" y="1917700"/>
            <a:ext cx="11498400" cy="42584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Our project is a web-based system for submitting the complaints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 Submit all your college-related complaints in one place.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Quick &amp; Easy: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Report an issue in just a few minutes.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Track Real-Time: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Follow your complaint's status from start to finish. Pending,In Progress,Resolved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Ensures the right department addresses your concern.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508000"/>
            <a:ext cx="12191400" cy="1168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Objectives of the Project</a:t>
            </a: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26320" y="1879600"/>
            <a:ext cx="11498400" cy="4296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To create a digital platform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for students and staff to easily report and monitor academic,  and hostel-related issues.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To ensure complete transparency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by allowing students to track the status of every complaint from submission to resolution.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To streamline administrative workflow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by automatically routing complaints to the relevant departments (e.g.,hostel, academics,canteen ), reducing manual effort and delays.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To help students and the college work as a team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to solve problems.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To make sure no complaint is forgotten or ignored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by keeping a permanent record until it is solved.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27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en-IN" sz="3600" dirty="0">
                <a:latin typeface="Times New Roman" pitchFamily="18" charset="0"/>
                <a:cs typeface="Times New Roman" pitchFamily="18" charset="0"/>
              </a:rPr>
              <a:t>TOOLS WE USED IN</a:t>
            </a:r>
            <a:br>
              <a:rPr lang="en-IN" sz="3600" dirty="0">
                <a:latin typeface="Times New Roman" pitchFamily="18" charset="0"/>
                <a:cs typeface="Times New Roman" pitchFamily="18" charset="0"/>
              </a:rPr>
            </a:br>
            <a:r>
              <a:rPr lang="en-IN" sz="3600" dirty="0">
                <a:latin typeface="Times New Roman" pitchFamily="18" charset="0"/>
                <a:cs typeface="Times New Roman" pitchFamily="18" charset="0"/>
              </a:rPr>
              <a:t>    OUR IMPLEMENTATION</a:t>
            </a:r>
            <a:endParaRPr lang="en-US" sz="3600" strike="noStrike" spc="-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10000"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Arial"/>
              </a:rPr>
              <a:t>FRONTEND</a:t>
            </a:r>
          </a:p>
          <a:p>
            <a:r>
              <a:rPr lang="en-IN" sz="1800" b="1" dirty="0"/>
              <a:t>HTML5</a:t>
            </a:r>
            <a:r>
              <a:rPr lang="en-IN" sz="1800" dirty="0"/>
              <a:t> - Semantic structure, forms, and input validation</a:t>
            </a:r>
          </a:p>
          <a:p>
            <a:r>
              <a:rPr lang="en-IN" sz="1800" b="1" dirty="0"/>
              <a:t>CSS3</a:t>
            </a:r>
            <a:r>
              <a:rPr lang="en-IN" sz="1800" dirty="0"/>
              <a:t> - Modern styling with Flexbox, Grid, animations, and gradients</a:t>
            </a:r>
          </a:p>
          <a:p>
            <a:r>
              <a:rPr lang="en-IN" sz="1800" b="1" dirty="0"/>
              <a:t>JavaScript</a:t>
            </a:r>
            <a:r>
              <a:rPr lang="en-IN" sz="1800" dirty="0"/>
              <a:t> - DOM manipulation, Local Storage, and form handling</a:t>
            </a:r>
          </a:p>
          <a:p>
            <a:r>
              <a:rPr lang="en-IN" sz="1800" b="1" dirty="0"/>
              <a:t>Bootstrap 5</a:t>
            </a:r>
            <a:r>
              <a:rPr lang="en-IN" sz="1800" dirty="0"/>
              <a:t> - Responsive grid system and UI components</a:t>
            </a:r>
          </a:p>
          <a:p>
            <a:r>
              <a:rPr lang="en-IN" sz="1800" b="1" dirty="0"/>
              <a:t>Font Awesome</a:t>
            </a:r>
            <a:r>
              <a:rPr lang="en-IN" sz="1800" dirty="0"/>
              <a:t> - Icons and status indicators throughout the interface</a:t>
            </a:r>
          </a:p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IN" spc="-1" dirty="0">
                <a:solidFill>
                  <a:srgbClr val="000000"/>
                </a:solidFill>
                <a:latin typeface="Arial"/>
              </a:rPr>
              <a:t>BACKEND</a:t>
            </a:r>
          </a:p>
          <a:p>
            <a:r>
              <a:rPr lang="en-IN" sz="1600" b="1" dirty="0"/>
              <a:t>Node.js</a:t>
            </a:r>
            <a:r>
              <a:rPr lang="en-IN" sz="1600" dirty="0"/>
              <a:t> - JavaScript runtime environment for server-side execution</a:t>
            </a:r>
          </a:p>
          <a:p>
            <a:r>
              <a:rPr lang="en-IN" sz="1600" b="1" dirty="0"/>
              <a:t>Express.js</a:t>
            </a:r>
            <a:r>
              <a:rPr lang="en-IN" sz="1600" dirty="0"/>
              <a:t> - Web framework for REST API, routing, and middleware</a:t>
            </a:r>
          </a:p>
          <a:p>
            <a:r>
              <a:rPr lang="en-IN" sz="1600" b="1" dirty="0"/>
              <a:t>MongoDB</a:t>
            </a:r>
            <a:r>
              <a:rPr lang="en-IN" sz="1600" dirty="0"/>
              <a:t> - NoSQL database for document storage and collections</a:t>
            </a:r>
          </a:p>
          <a:p>
            <a:r>
              <a:rPr lang="en-IN" sz="1600" b="1" dirty="0"/>
              <a:t>Mongoose</a:t>
            </a:r>
            <a:r>
              <a:rPr lang="en-IN" sz="1600" dirty="0"/>
              <a:t> - ODM library for data </a:t>
            </a:r>
            <a:r>
              <a:rPr lang="en-IN" sz="1600" dirty="0" err="1"/>
              <a:t>modeling</a:t>
            </a:r>
            <a:r>
              <a:rPr lang="en-IN" sz="1600" dirty="0"/>
              <a:t> and validation</a:t>
            </a:r>
          </a:p>
          <a:p>
            <a:r>
              <a:rPr lang="en-IN" sz="1600" b="1" dirty="0"/>
              <a:t>JWT</a:t>
            </a:r>
            <a:r>
              <a:rPr lang="en-IN" sz="1600" dirty="0"/>
              <a:t> - Token-based authentication for secure user sessions</a:t>
            </a:r>
          </a:p>
          <a:p>
            <a:r>
              <a:rPr lang="en-IN" sz="1600" b="1" dirty="0" err="1"/>
              <a:t>bcrypt</a:t>
            </a:r>
            <a:r>
              <a:rPr lang="en-IN" sz="1600" dirty="0"/>
              <a:t> - Password hashing for enhanced security</a:t>
            </a:r>
          </a:p>
          <a:p>
            <a:r>
              <a:rPr lang="en-IN" sz="1600" b="1" dirty="0"/>
              <a:t>Multer</a:t>
            </a:r>
            <a:r>
              <a:rPr lang="en-IN" sz="1600" dirty="0"/>
              <a:t> - Middleware for handling file and image uploads</a:t>
            </a:r>
          </a:p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endParaRPr lang="en-IN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ScreenShot-1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9" y="1325563"/>
            <a:ext cx="10585484" cy="4849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128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 idx="4294967295"/>
          </p:nvPr>
        </p:nvSpPr>
        <p:spPr>
          <a:xfrm>
            <a:off x="473075" y="57173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3600" b="1" spc="-1" dirty="0">
                <a:solidFill>
                  <a:srgbClr val="000000"/>
                </a:solidFill>
                <a:latin typeface="Times New Roman"/>
              </a:rPr>
              <a:t>ScreenShot-2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" y="1498600"/>
            <a:ext cx="3438525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646606" y="396408"/>
            <a:ext cx="276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1" dirty="0">
                <a:solidFill>
                  <a:srgbClr val="000000"/>
                </a:solidFill>
                <a:latin typeface="Times New Roman"/>
              </a:rPr>
              <a:t>ScreenShot-3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2C991D7-E168-DD49-28BE-492AE50E2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26" t="9676"/>
          <a:stretch>
            <a:fillRect/>
          </a:stretch>
        </p:blipFill>
        <p:spPr>
          <a:xfrm>
            <a:off x="6646606" y="1498600"/>
            <a:ext cx="4827639" cy="473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01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FEA32ED-8CB6-B6E4-9E8D-18072574AE78}"/>
              </a:ext>
            </a:extLst>
          </p:cNvPr>
          <p:cNvSpPr txBox="1"/>
          <p:nvPr/>
        </p:nvSpPr>
        <p:spPr>
          <a:xfrm>
            <a:off x="688257" y="701208"/>
            <a:ext cx="276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1" dirty="0">
                <a:solidFill>
                  <a:srgbClr val="000000"/>
                </a:solidFill>
                <a:latin typeface="Times New Roman"/>
              </a:rPr>
              <a:t>ScreenShot-4</a:t>
            </a: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DC94CE5-6CC7-7EF0-FD09-8A7894260C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45" r="22443" b="10687"/>
          <a:stretch>
            <a:fillRect/>
          </a:stretch>
        </p:blipFill>
        <p:spPr>
          <a:xfrm>
            <a:off x="530942" y="1691148"/>
            <a:ext cx="4463845" cy="44656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7B532EE-F158-2AA2-90CE-F76D43E5E7F7}"/>
              </a:ext>
            </a:extLst>
          </p:cNvPr>
          <p:cNvSpPr txBox="1"/>
          <p:nvPr/>
        </p:nvSpPr>
        <p:spPr>
          <a:xfrm>
            <a:off x="6730180" y="701207"/>
            <a:ext cx="276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1" dirty="0">
                <a:solidFill>
                  <a:srgbClr val="000000"/>
                </a:solidFill>
                <a:latin typeface="Times New Roman"/>
              </a:rPr>
              <a:t>ScreenShot-5</a:t>
            </a:r>
            <a:endParaRPr lang="en-US"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1557005-1B65-C90B-B1D0-5C1F0605E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4" t="2137" r="5991" b="12537"/>
          <a:stretch>
            <a:fillRect/>
          </a:stretch>
        </p:blipFill>
        <p:spPr>
          <a:xfrm>
            <a:off x="6390968" y="1691148"/>
            <a:ext cx="4812316" cy="431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6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D81A593-7D86-F0AA-764D-7D7416BC99C5}"/>
              </a:ext>
            </a:extLst>
          </p:cNvPr>
          <p:cNvSpPr txBox="1"/>
          <p:nvPr/>
        </p:nvSpPr>
        <p:spPr>
          <a:xfrm>
            <a:off x="766915" y="475845"/>
            <a:ext cx="276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1" dirty="0">
                <a:solidFill>
                  <a:srgbClr val="000000"/>
                </a:solidFill>
                <a:latin typeface="Times New Roman"/>
              </a:rPr>
              <a:t>ScreenShot-6</a:t>
            </a:r>
            <a:endParaRPr lang="en-US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69CCA5D-9BD6-8937-0703-ED6C9BF7A4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3" t="1960" r="9245" b="3620"/>
          <a:stretch>
            <a:fillRect/>
          </a:stretch>
        </p:blipFill>
        <p:spPr>
          <a:xfrm>
            <a:off x="372806" y="1347539"/>
            <a:ext cx="5161935" cy="4711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0426196-E674-D5D2-6C83-243F7253ABC7}"/>
              </a:ext>
            </a:extLst>
          </p:cNvPr>
          <p:cNvSpPr txBox="1"/>
          <p:nvPr/>
        </p:nvSpPr>
        <p:spPr>
          <a:xfrm>
            <a:off x="6907161" y="372606"/>
            <a:ext cx="276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1" dirty="0">
                <a:solidFill>
                  <a:srgbClr val="000000"/>
                </a:solidFill>
                <a:latin typeface="Times New Roman"/>
              </a:rPr>
              <a:t>ScreenShot-7</a:t>
            </a:r>
            <a:endParaRPr lang="en-US" sz="3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AC96F07-B469-1558-127F-6F45FF2E58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08"/>
          <a:stretch>
            <a:fillRect/>
          </a:stretch>
        </p:blipFill>
        <p:spPr>
          <a:xfrm>
            <a:off x="6096000" y="1280512"/>
            <a:ext cx="5474491" cy="471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36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38040D7-A45A-359C-D8CF-6B9E1E7267EF}"/>
              </a:ext>
            </a:extLst>
          </p:cNvPr>
          <p:cNvSpPr txBox="1"/>
          <p:nvPr/>
        </p:nvSpPr>
        <p:spPr>
          <a:xfrm>
            <a:off x="766915" y="475845"/>
            <a:ext cx="276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1" dirty="0">
                <a:solidFill>
                  <a:srgbClr val="000000"/>
                </a:solidFill>
                <a:latin typeface="Times New Roman"/>
              </a:rPr>
              <a:t>ScreenShot-8</a:t>
            </a:r>
            <a:endParaRPr lang="en-US"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0AB6700-CD08-B0A8-BE98-D624D0C810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" r="6751"/>
          <a:stretch>
            <a:fillRect/>
          </a:stretch>
        </p:blipFill>
        <p:spPr>
          <a:xfrm>
            <a:off x="334297" y="1313626"/>
            <a:ext cx="5270090" cy="5068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7D91A7D-9779-3AE7-2E0F-E210890529A1}"/>
              </a:ext>
            </a:extLst>
          </p:cNvPr>
          <p:cNvSpPr txBox="1"/>
          <p:nvPr/>
        </p:nvSpPr>
        <p:spPr>
          <a:xfrm>
            <a:off x="6769508" y="475844"/>
            <a:ext cx="276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-1" dirty="0">
                <a:solidFill>
                  <a:srgbClr val="000000"/>
                </a:solidFill>
                <a:latin typeface="Times New Roman"/>
              </a:rPr>
              <a:t>ScreenShot-9</a:t>
            </a:r>
            <a:endParaRPr lang="en-US" sz="3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C590CD5-D4E5-6D9B-0887-D6BB5A103F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96" r="15578"/>
          <a:stretch>
            <a:fillRect/>
          </a:stretch>
        </p:blipFill>
        <p:spPr>
          <a:xfrm>
            <a:off x="6931742" y="1122175"/>
            <a:ext cx="3382297" cy="5425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72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E11E4E2-2BE4-C741-3574-005B229654DA}"/>
              </a:ext>
            </a:extLst>
          </p:cNvPr>
          <p:cNvSpPr txBox="1"/>
          <p:nvPr/>
        </p:nvSpPr>
        <p:spPr>
          <a:xfrm>
            <a:off x="766915" y="475845"/>
            <a:ext cx="276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-1" dirty="0">
                <a:solidFill>
                  <a:srgbClr val="000000"/>
                </a:solidFill>
                <a:latin typeface="Times New Roman"/>
              </a:rPr>
              <a:t>ScreenShot-10</a:t>
            </a: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880C71D-8394-67BC-E9C4-835FCE96D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78" y="1317523"/>
            <a:ext cx="5025690" cy="49161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C280E8D-0783-3B06-E07F-798548D156D0}"/>
              </a:ext>
            </a:extLst>
          </p:cNvPr>
          <p:cNvSpPr txBox="1"/>
          <p:nvPr/>
        </p:nvSpPr>
        <p:spPr>
          <a:xfrm>
            <a:off x="7005484" y="475845"/>
            <a:ext cx="276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-1" dirty="0">
                <a:solidFill>
                  <a:srgbClr val="000000"/>
                </a:solidFill>
                <a:latin typeface="Times New Roman"/>
              </a:rPr>
              <a:t>ScreenShot-11</a:t>
            </a:r>
            <a:endParaRPr lang="en-US" sz="32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A107EAD-1A43-98A8-12DF-8F4BA7022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484" y="1317523"/>
            <a:ext cx="4134464" cy="481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81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AE782F4-113E-D4F6-730D-802939F47730}"/>
              </a:ext>
            </a:extLst>
          </p:cNvPr>
          <p:cNvSpPr txBox="1"/>
          <p:nvPr/>
        </p:nvSpPr>
        <p:spPr>
          <a:xfrm>
            <a:off x="4168876" y="397187"/>
            <a:ext cx="276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-1" dirty="0">
                <a:solidFill>
                  <a:srgbClr val="000000"/>
                </a:solidFill>
                <a:latin typeface="Times New Roman"/>
              </a:rPr>
              <a:t>ScreenShot-12</a:t>
            </a:r>
            <a:endParaRPr lang="en-US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C2CB009-9400-F94F-10C8-B92AF01DA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940" y="1185549"/>
            <a:ext cx="9812119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7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/>
          </p:nvPr>
        </p:nvSpPr>
        <p:spPr>
          <a:xfrm>
            <a:off x="635000" y="1028700"/>
            <a:ext cx="10946920" cy="4553100"/>
          </a:xfrm>
        </p:spPr>
        <p:txBody>
          <a:bodyPr/>
          <a:lstStyle/>
          <a:p>
            <a:r>
              <a:rPr lang="en-IN" sz="1600" dirty="0"/>
              <a:t>GitHub/Repository Link : </a:t>
            </a:r>
            <a:r>
              <a:rPr lang="en-IN" sz="1400" dirty="0"/>
              <a:t>https://github.com/SistuAmrutha/Crowd-Source-Complaint-Management-System-</a:t>
            </a:r>
          </a:p>
          <a:p>
            <a:endParaRPr lang="en-IN" sz="2800" b="1" dirty="0"/>
          </a:p>
          <a:p>
            <a:endParaRPr lang="en-IN" sz="2800" b="1" dirty="0"/>
          </a:p>
          <a:p>
            <a:r>
              <a:rPr lang="en-IN" sz="1600" dirty="0"/>
              <a:t>Rendor Link : </a:t>
            </a:r>
            <a:r>
              <a:rPr lang="en-IN" sz="1400" dirty="0"/>
              <a:t>https://crowd-source-complaint-management-system-eydi.onrender.com</a:t>
            </a:r>
          </a:p>
          <a:p>
            <a:pPr marL="0" indent="0">
              <a:buNone/>
            </a:pPr>
            <a:r>
              <a:rPr lang="en-IN" sz="2800" b="1" dirty="0"/>
              <a:t> 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88745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-88900" y="68580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</a:pPr>
            <a:r>
              <a:rPr lang="en-US" sz="4800" spc="-1" dirty="0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6320" y="2506620"/>
            <a:ext cx="11498400" cy="32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dirty="0">
                <a:latin typeface="Bahnschrift Light SemiCondensed" panose="020B0502040204020203" pitchFamily="34" charset="0"/>
              </a:rPr>
              <a:t>The </a:t>
            </a:r>
            <a:r>
              <a:rPr lang="en-US" sz="2400" b="1" dirty="0" err="1">
                <a:latin typeface="Bahnschrift Light SemiCondensed" panose="020B0502040204020203" pitchFamily="34" charset="0"/>
              </a:rPr>
              <a:t>KLHResolve</a:t>
            </a:r>
            <a:r>
              <a:rPr lang="en-US" sz="2400" b="1" dirty="0">
                <a:latin typeface="Bahnschrift Light SemiCondensed" panose="020B0502040204020203" pitchFamily="34" charset="0"/>
              </a:rPr>
              <a:t> - College Complaint Management System</a:t>
            </a:r>
            <a:r>
              <a:rPr lang="en-US" sz="2400" dirty="0">
                <a:latin typeface="Bahnschrift Light SemiCondensed" panose="020B0502040204020203" pitchFamily="34" charset="0"/>
              </a:rPr>
              <a:t> successfully addresses the critical need for an efficient, transparent, and user-friendly platform to manage student complaints in educational institutions. Through our implementation, we have demonstrated how technology can bridge communication gaps and create a more responsive administrative system.</a:t>
            </a:r>
            <a:endParaRPr lang="en-IN" sz="2400" b="0" strike="noStrike" spc="-1" dirty="0">
              <a:solidFill>
                <a:srgbClr val="000000"/>
              </a:solidFill>
              <a:latin typeface="Bahnschrift Light Semi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72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102</Words>
  <Application>Microsoft Office PowerPoint</Application>
  <PresentationFormat>Custom</PresentationFormat>
  <Paragraphs>66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 Crowd Source Complaint Management System</vt:lpstr>
      <vt:lpstr>Overview</vt:lpstr>
      <vt:lpstr>Introduction</vt:lpstr>
      <vt:lpstr>Objectives of the Project</vt:lpstr>
      <vt:lpstr>TOOLS WE USED IN     OUR IMPLEMENTATION</vt:lpstr>
      <vt:lpstr>ScreenShot-1</vt:lpstr>
      <vt:lpstr>ScreenShot-2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Management in JDBC</dc:title>
  <dc:subject/>
  <dc:creator>Chiranjeevi Lect</dc:creator>
  <dc:description/>
  <cp:lastModifiedBy>poojitha</cp:lastModifiedBy>
  <cp:revision>21</cp:revision>
  <dcterms:created xsi:type="dcterms:W3CDTF">2023-08-05T05:18:30Z</dcterms:created>
  <dcterms:modified xsi:type="dcterms:W3CDTF">2025-12-12T17:11:01Z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